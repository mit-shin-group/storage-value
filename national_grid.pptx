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C573E8-3D4B-7471-DF3B-B95B71FED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A81C4C1-EF00-8B20-F463-18D31FCADA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E48118-17FE-0D58-D060-870F20E3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C36F-2D84-423C-940F-3A48D280196D}" type="datetimeFigureOut">
              <a:rPr lang="de-DE" smtClean="0"/>
              <a:t>17.10.2024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35509F2-7FBA-DCD5-47A0-7A5BFFCDA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D12F90-A6E0-5E91-FB55-6F30F7196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C69E-05C4-4165-AA88-363D81294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7732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A23F0D-8C66-2770-65DE-F3885636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566EE7-93F9-3A87-9CAE-F25692CBB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73C79E2-F0D4-8BB0-C446-CC0347E38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C36F-2D84-423C-940F-3A48D280196D}" type="datetimeFigureOut">
              <a:rPr lang="de-DE" smtClean="0"/>
              <a:t>17.10.2024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66704B-A17B-52B0-E58D-E6AF49BF8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971A58-DC28-BCA3-2EAF-AE197B4E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C69E-05C4-4165-AA88-363D81294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3685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F3FA60-CBD5-C098-EC94-35C0E9647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6DF7F29-21F2-D819-00D0-97B330A1A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98FEA-F2E6-03BB-3D1F-3EBC65ECC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C36F-2D84-423C-940F-3A48D280196D}" type="datetimeFigureOut">
              <a:rPr lang="de-DE" smtClean="0"/>
              <a:t>17.10.2024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6BA7C9-D2FD-F9F8-37BB-230B5E1FB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D9C404-811E-611E-6911-29A3E009E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C69E-05C4-4165-AA88-363D81294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9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70C2FC-A0A8-7BDC-96ED-0FCE66C7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CCF839-CB6C-BD2A-4C9C-9F58599F4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B883924-CB52-070A-FC9B-0E08FCFC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A11427B-8368-C3B6-C709-6345A3C15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C36F-2D84-423C-940F-3A48D280196D}" type="datetimeFigureOut">
              <a:rPr lang="de-DE" smtClean="0"/>
              <a:t>17.10.2024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B658B48-8E55-3BA5-FC0B-327C72565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7E8005-E2B1-9753-9FC8-CA21B8B7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C69E-05C4-4165-AA88-363D81294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421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A46CC0-0C77-779A-0417-7A8407F0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BED1E71-D4EA-56EE-B366-99520F5F1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2F758A0-A682-D17E-899F-929EC0D84D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AF8E7D7-41BF-548F-AF2C-1296EE4947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2230FE3-9D94-155A-E3F4-68F0C2C63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59EF701-645A-0160-3E47-27657866C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C36F-2D84-423C-940F-3A48D280196D}" type="datetimeFigureOut">
              <a:rPr lang="de-DE" smtClean="0"/>
              <a:t>17.10.2024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8BE3271-B585-A1A4-EAFD-26B7F07F3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344DB9D-B760-5420-6BBB-F7DD8DA7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C69E-05C4-4165-AA88-363D81294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800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BFD5E6-4F06-E527-B671-DFAF6E643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F0BDC6F-77F5-59D1-A68D-05D4041D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C36F-2D84-423C-940F-3A48D280196D}" type="datetimeFigureOut">
              <a:rPr lang="de-DE" smtClean="0"/>
              <a:t>17.10.2024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28C786-AC93-3577-EB4A-48823685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06DB59-A942-06A4-7974-CA47DC64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C69E-05C4-4165-AA88-363D81294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625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BB1DE6-94A6-4BFB-400E-0F05442E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C36F-2D84-423C-940F-3A48D280196D}" type="datetimeFigureOut">
              <a:rPr lang="de-DE" smtClean="0"/>
              <a:t>17.10.2024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2A3632C-807B-8D8C-40BE-6EBA378C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D13034-0D29-5164-CA54-D409CA187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C69E-05C4-4165-AA88-363D81294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2829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15B8C9-14F4-0AD7-9DCB-504705524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62BCA2-4016-8EAD-59A0-54040077C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DE7851-8953-B0A8-7B92-D1ACF2CB6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FBA6F5-8DEC-DB4E-7A8A-991FBCD34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C36F-2D84-423C-940F-3A48D280196D}" type="datetimeFigureOut">
              <a:rPr lang="de-DE" smtClean="0"/>
              <a:t>17.10.2024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B5BB14-ED9B-DB24-4D5E-4874B661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CBD125-C808-D1C7-CDE7-AD896A67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C69E-05C4-4165-AA88-363D81294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009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CC8BA5-4D45-36F0-5C35-D5CFF583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27FC258-A382-5918-0516-8D46DE181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30C02C-EDE5-06F1-C0E7-A50B0A0F1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19BA19-318A-FF75-3341-7D6823C7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C36F-2D84-423C-940F-3A48D280196D}" type="datetimeFigureOut">
              <a:rPr lang="de-DE" smtClean="0"/>
              <a:t>17.10.2024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9CC7C1B-238C-11AF-7B92-EAB2BB8E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5588C0C-C46A-4EC7-C570-6B75CF8D8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C69E-05C4-4165-AA88-363D81294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576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6C0572-1D65-3A56-E01A-B061F4D87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A54F46F-2DF8-4684-4A32-7E26705149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3BB34B-4414-4B94-DF5A-503611B14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C36F-2D84-423C-940F-3A48D280196D}" type="datetimeFigureOut">
              <a:rPr lang="de-DE" smtClean="0"/>
              <a:t>17.10.2024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F1CD76-4D71-ECF6-092F-1B627CDD4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99E816-109B-AC65-7E1B-BC33BC7E7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C69E-05C4-4165-AA88-363D81294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8853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CE09D63-EC93-697B-A898-408B762B0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E922D71-ABE2-C0EA-F6DB-D3316F48C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6CC1D7-3613-048D-9AD7-81F3A55C6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C36F-2D84-423C-940F-3A48D280196D}" type="datetimeFigureOut">
              <a:rPr lang="de-DE" smtClean="0"/>
              <a:t>17.10.2024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3BB788-7658-1E64-7534-F07FA3485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DC6869-1B76-B84E-5EE0-0DBBFE39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3C69E-05C4-4165-AA88-363D81294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3691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BD8B8DE-39EB-8ED1-75CA-DA756EEED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C7D621-E2F5-3C58-B140-B45EA0A3D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B86A65-2158-285A-39A7-26AA0D720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DC36F-2D84-423C-940F-3A48D280196D}" type="datetimeFigureOut">
              <a:rPr lang="de-DE" smtClean="0"/>
              <a:t>17.10.2024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C33BE4-6976-0E47-2A18-2CFC35C0B3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14DA4C-F80B-8FF0-917F-164B9E131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3C69E-05C4-4165-AA88-363D81294E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3311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483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Lauinger</dc:creator>
  <cp:lastModifiedBy>Dirk Lauinger</cp:lastModifiedBy>
  <cp:revision>1</cp:revision>
  <dcterms:created xsi:type="dcterms:W3CDTF">2024-10-17T19:28:38Z</dcterms:created>
  <dcterms:modified xsi:type="dcterms:W3CDTF">2024-10-17T19:29:46Z</dcterms:modified>
</cp:coreProperties>
</file>